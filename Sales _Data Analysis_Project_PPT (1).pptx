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Prepared by</a:t>
            </a:r>
          </a:p>
          <a:p>
            <a:pPr algn="ctr">
              <a:defRPr sz="3000" b="1">
                <a:solidFill>
                  <a:srgbClr val="000000"/>
                </a:solidFill>
              </a:defRPr>
            </a:pPr>
            <a:r>
              <a:t>SUJATA SHIVAJI KUMBHAR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the sales dataset.</a:t>
            </a:r>
          </a:p>
          <a:p>
            <a:pPr>
              <a:defRPr sz="2200"/>
            </a:pPr>
            <a:r>
              <a:t>Clean and preprocess the data.</a:t>
            </a:r>
          </a:p>
          <a:p>
            <a:pPr>
              <a:defRPr sz="2200"/>
            </a:pPr>
            <a:r>
              <a:t>Perform EDA using Python.</a:t>
            </a:r>
          </a:p>
          <a:p>
            <a:pPr>
              <a:defRPr sz="2200"/>
            </a:pPr>
            <a:r>
              <a:t>Build an interactive Power BI dashboard.</a:t>
            </a:r>
          </a:p>
          <a:p>
            <a:pPr>
              <a:defRPr sz="2200"/>
            </a:pPr>
            <a:r>
              <a:t>Generate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Sales transaction dataset.</a:t>
            </a:r>
          </a:p>
          <a:p>
            <a:pPr>
              <a:defRPr sz="2200"/>
            </a:pPr>
            <a:r>
              <a:t>Contains Sales, Revenue, Expenses, Region, Segment, Market, Year and Product details.</a:t>
            </a:r>
          </a:p>
          <a:p>
            <a:pPr>
              <a:defRPr sz="2200"/>
            </a:pPr>
            <a:r>
              <a:t>Used for business performance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Checked missing values.</a:t>
            </a:r>
          </a:p>
          <a:p>
            <a:pPr>
              <a:defRPr sz="2200"/>
            </a:pPr>
            <a:r>
              <a:t>Removed duplicate records.</a:t>
            </a:r>
          </a:p>
          <a:p>
            <a:pPr>
              <a:defRPr sz="2200"/>
            </a:pPr>
            <a:r>
              <a:t>Verified data types.</a:t>
            </a:r>
          </a:p>
          <a:p>
            <a:pPr>
              <a:defRPr sz="2200"/>
            </a:pPr>
            <a:r>
              <a:t>Prepared cleaned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Created multiple visualizations.</a:t>
            </a:r>
          </a:p>
          <a:p>
            <a:pPr>
              <a:defRPr sz="2200"/>
            </a:pPr>
            <a:r>
              <a:t>Analyzed sales by region and segment.</a:t>
            </a:r>
          </a:p>
          <a:p>
            <a:pPr>
              <a:defRPr sz="2200"/>
            </a:pPr>
            <a:r>
              <a:t>Studied yearly sales trends.</a:t>
            </a:r>
          </a:p>
          <a:p>
            <a:pPr>
              <a:defRPr sz="2200"/>
            </a:pPr>
            <a:r>
              <a:t>Compared sales and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your Power BI dashboard screenshot here.</a:t>
            </a:r>
          </a:p>
          <a:p>
            <a:pPr>
              <a:defRPr sz="2200"/>
            </a:pPr>
            <a:r>
              <a:t>Includes KPI Cards, Charts and Slicers.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Sales performance varies across regions.</a:t>
            </a:r>
          </a:p>
          <a:p>
            <a:pPr>
              <a:defRPr sz="2200"/>
            </a:pPr>
            <a:r>
              <a:t>Consumer segment performed strongly.</a:t>
            </a:r>
          </a:p>
          <a:p>
            <a:pPr>
              <a:defRPr sz="2200"/>
            </a:pPr>
            <a:r>
              <a:t>Interactive dashboard supports business decisions.</a:t>
            </a:r>
          </a:p>
          <a:p>
            <a:pPr>
              <a:defRPr sz="2200"/>
            </a:pPr>
            <a:r>
              <a:t>Clean data improves analysis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16000" y="2286000"/>
            <a:ext cx="635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